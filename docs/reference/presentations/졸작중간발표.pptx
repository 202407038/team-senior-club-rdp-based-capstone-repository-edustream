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EBEA1-BC4D-7705-9CCE-56A4924EA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DB22B1-0E50-62BA-BE8F-22C245A6E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AF9D0C-BF8D-BE7E-E3A5-6A842316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56B73-731F-345B-D5E2-D2D66277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C17891-4A46-032F-6FFF-7222B06A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06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36CFB-0D21-D6E8-A5EE-E459BC59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F3C7E8-2A15-853A-1B82-A7D3D33A6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0AE161-9F99-389F-B004-B91749BE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EB199-1209-FA00-5573-38B28950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E556D5-50CA-B317-6434-868FAE1E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29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CEF8A-857A-9F51-B0AA-FA071AA2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86B191-29F4-B86C-D812-C18E8F34E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16C93-3968-282C-6333-26C595A5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FA145A-AB00-6431-F9F9-FF0741C1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9D6ED2-5490-B1E6-47D5-8B9A344C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336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5262B-844A-160F-0620-56D3D097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D92EA4-39EA-B52F-3C07-EE4135F04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1341CE-1E1A-6FDF-4750-C630481D1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3A28EA-A78B-B344-4105-00202203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90522-BD2D-C2B0-996F-A44368DB9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B8E34C-D982-7176-8770-6D7B1F60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951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4EA2B-B190-55A8-070A-CAC4FAFD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E0EABF-7134-C2A5-A471-A08FFE2F5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EDA47D-D4AC-C332-51A8-C4799B80D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7AF652-EA36-FC1E-B921-FB500F8E9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9C3067-847E-0A22-E7F2-660F4C873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F98FE6-B948-937A-8935-56FC1469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53408B-4A25-3D00-B967-C6CB9E7A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59A8E3-78EA-590B-6CFA-09B30D9A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33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40F52-6B55-763D-B666-BA41498F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B8B4B2-8B19-6509-A7E8-3D2B1290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981045-CE94-D8DC-5A18-CFA06905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0110DC-C764-98E1-149A-B73F6AE6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48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DF0A53-3BB5-5C1A-E7E8-4736BA71B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033BF3-4747-1775-04A4-0C1D40DEA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1B685E-EE48-7158-48F9-CC75B668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608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610C0-AEEC-EA30-D9C7-B74A15C2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47BBF-7E06-AED3-6A23-4F89ABEF0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23E933-C7CF-53B1-CE56-CB803A235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66B959-6816-3E13-7490-A5ACABEB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9EF1F-1DD8-6A0E-90B5-BF88BC1A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B0E144-E7D6-1C1B-74AA-F77398AA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09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BF83C-66A2-D488-135B-4298ED74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B1C26A-1C6C-C504-670A-9D9CE8E41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94545-A756-ABA0-AA54-FFF377253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60C366-59EB-A043-268C-3E8A245E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CA313F-FD0B-0478-27F8-D5A1C742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83D816-419B-EDE4-9633-D10A85F9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45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08832-E0AD-DFDD-64F9-1EA668EB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8CFFA7-DC6F-8C1C-8730-74F4E9D51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745E85-44A1-E5F8-02F7-D5A75033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40017-1FDC-DB74-948D-12905AE7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5ABA3D-B8E5-EA52-AE61-71F2D8A8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63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91AEAE-C698-1E2D-CC1C-95116E4D72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B4938B-60CA-4AE7-1922-B9F90CBF1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68B38-3B22-D668-6699-22ABDF0E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879B02-C8FB-BD4C-39E9-0CC6592A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D68D9-4ADB-B0BB-0AEF-8AA864EF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63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BD6CDB-B99D-AE47-239E-27330171F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32F882-E175-02B0-41E0-58CDF45C8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DD62F5-8C15-D263-7D84-EBA79C240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313F8-83FF-4E3F-B66F-01F7E705993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57A199-21CC-AFB3-6E4B-84C585925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989D5-03C1-CF97-5897-5FA871553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930A-9977-412F-B4E5-54039A5A8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29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A93ED-0208-986C-DEB8-8E17847F60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40F8B4-3CAD-891A-1A26-FEAC9B16F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37DD35-9595-8BC2-D362-484C0ACD7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3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A8F44-92D2-8B38-CF14-5DE93804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ED5115-1876-3EF3-2486-5E8DABAA7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DD4DA2-4016-A9B6-4952-1898E4F4E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8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AE705-44EE-BF60-0793-C7F1DB30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2961D-58EA-31B5-D6C0-567C8969D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5848B7-CFAF-251D-42B2-EB4D140CF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1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1EDA7-E8D2-DEE0-9DEB-3D6D3B35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FCC191-60AC-7312-C8F6-15C051FF9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0DDD80-8D70-B3B5-8B24-FC813D179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37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EEE66-8684-8488-0116-4386C5F6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97A85-7F69-5CE4-A83F-58A14E32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6FBB30-E364-88DE-65B1-53FEEB3E5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1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874AA-470C-60E1-3090-9BAA9BB0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C67B9B-1261-8F89-4197-2CF2F171C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F5BEB2-A32F-EF51-BC52-F7ABBD588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9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1A405-45A0-DFEE-AB45-37DA2A48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63073-D80C-24E9-D8E9-766EEB677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276481-1BB1-D92D-8100-FA7E5A7F2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9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D230D-A8D0-9AD3-998A-391F609C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D5A3B-3AE2-A203-42D3-FDDD4E385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07259F-A7E0-D70C-3BF2-DBDDC336B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135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7548A-5818-ADD2-AE0A-591F2E6D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6D7D83-2DA4-7170-2039-D77E7DEB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9C7DFB-0983-6392-8014-2E6F5D8D6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7CF8A2-10C4-4A18-A275-DDA0243CFAF2}"/>
              </a:ext>
            </a:extLst>
          </p:cNvPr>
          <p:cNvSpPr txBox="1"/>
          <p:nvPr/>
        </p:nvSpPr>
        <p:spPr>
          <a:xfrm>
            <a:off x="5020235" y="5992297"/>
            <a:ext cx="215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k7gam@naver.com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34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Office PowerPoint</Application>
  <PresentationFormat>와이드스크린</PresentationFormat>
  <Paragraphs>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 스</dc:creator>
  <cp:lastModifiedBy>YUHAN</cp:lastModifiedBy>
  <cp:revision>2</cp:revision>
  <dcterms:created xsi:type="dcterms:W3CDTF">2026-05-08T14:16:32Z</dcterms:created>
  <dcterms:modified xsi:type="dcterms:W3CDTF">2026-05-13T03:07:59Z</dcterms:modified>
</cp:coreProperties>
</file>